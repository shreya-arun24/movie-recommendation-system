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D08C4D-4D4C-4803-8772-268DAC2F729F}" v="21" dt="2024-05-13T15:00:21.4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 Arun" userId="243ef633123bd7ef" providerId="LiveId" clId="{84D08C4D-4D4C-4803-8772-268DAC2F729F}"/>
    <pc:docChg chg="undo custSel addSld modSld sldOrd">
      <pc:chgData name="Shreya Arun" userId="243ef633123bd7ef" providerId="LiveId" clId="{84D08C4D-4D4C-4803-8772-268DAC2F729F}" dt="2024-05-13T15:00:43.403" v="2223" actId="5793"/>
      <pc:docMkLst>
        <pc:docMk/>
      </pc:docMkLst>
      <pc:sldChg chg="modSp mod">
        <pc:chgData name="Shreya Arun" userId="243ef633123bd7ef" providerId="LiveId" clId="{84D08C4D-4D4C-4803-8772-268DAC2F729F}" dt="2024-05-12T18:53:58.955" v="717" actId="255"/>
        <pc:sldMkLst>
          <pc:docMk/>
          <pc:sldMk cId="599100078" sldId="256"/>
        </pc:sldMkLst>
        <pc:spChg chg="mod">
          <ac:chgData name="Shreya Arun" userId="243ef633123bd7ef" providerId="LiveId" clId="{84D08C4D-4D4C-4803-8772-268DAC2F729F}" dt="2024-05-12T18:53:58.955" v="717" actId="255"/>
          <ac:spMkLst>
            <pc:docMk/>
            <pc:sldMk cId="599100078" sldId="256"/>
            <ac:spMk id="3" creationId="{6955B2EB-E6DD-7A01-6F04-2CE213AE66BA}"/>
          </ac:spMkLst>
        </pc:spChg>
      </pc:sldChg>
      <pc:sldChg chg="modSp mod">
        <pc:chgData name="Shreya Arun" userId="243ef633123bd7ef" providerId="LiveId" clId="{84D08C4D-4D4C-4803-8772-268DAC2F729F}" dt="2024-05-12T16:13:48.141" v="48" actId="14100"/>
        <pc:sldMkLst>
          <pc:docMk/>
          <pc:sldMk cId="2585252218" sldId="257"/>
        </pc:sldMkLst>
        <pc:spChg chg="mod">
          <ac:chgData name="Shreya Arun" userId="243ef633123bd7ef" providerId="LiveId" clId="{84D08C4D-4D4C-4803-8772-268DAC2F729F}" dt="2024-05-12T15:35:22.191" v="1" actId="2711"/>
          <ac:spMkLst>
            <pc:docMk/>
            <pc:sldMk cId="2585252218" sldId="257"/>
            <ac:spMk id="2" creationId="{66910BD3-61CA-4F07-4BBA-9E2705ED0E89}"/>
          </ac:spMkLst>
        </pc:spChg>
        <pc:spChg chg="mod">
          <ac:chgData name="Shreya Arun" userId="243ef633123bd7ef" providerId="LiveId" clId="{84D08C4D-4D4C-4803-8772-268DAC2F729F}" dt="2024-05-12T16:13:48.141" v="48" actId="14100"/>
          <ac:spMkLst>
            <pc:docMk/>
            <pc:sldMk cId="2585252218" sldId="257"/>
            <ac:spMk id="3" creationId="{BF906F50-C64A-4CE0-9A68-EAEE58A43D68}"/>
          </ac:spMkLst>
        </pc:spChg>
      </pc:sldChg>
      <pc:sldChg chg="ord">
        <pc:chgData name="Shreya Arun" userId="243ef633123bd7ef" providerId="LiveId" clId="{84D08C4D-4D4C-4803-8772-268DAC2F729F}" dt="2024-05-12T15:58:54.354" v="25"/>
        <pc:sldMkLst>
          <pc:docMk/>
          <pc:sldMk cId="2989683908" sldId="258"/>
        </pc:sldMkLst>
      </pc:sldChg>
      <pc:sldChg chg="modSp new mod">
        <pc:chgData name="Shreya Arun" userId="243ef633123bd7ef" providerId="LiveId" clId="{84D08C4D-4D4C-4803-8772-268DAC2F729F}" dt="2024-05-13T12:38:47.075" v="2032" actId="20577"/>
        <pc:sldMkLst>
          <pc:docMk/>
          <pc:sldMk cId="1676489496" sldId="259"/>
        </pc:sldMkLst>
        <pc:spChg chg="mod">
          <ac:chgData name="Shreya Arun" userId="243ef633123bd7ef" providerId="LiveId" clId="{84D08C4D-4D4C-4803-8772-268DAC2F729F}" dt="2024-05-12T15:58:01.512" v="22" actId="2711"/>
          <ac:spMkLst>
            <pc:docMk/>
            <pc:sldMk cId="1676489496" sldId="259"/>
            <ac:spMk id="2" creationId="{3946CC58-4071-1EAD-153E-1DDF6B3F5219}"/>
          </ac:spMkLst>
        </pc:spChg>
        <pc:spChg chg="mod">
          <ac:chgData name="Shreya Arun" userId="243ef633123bd7ef" providerId="LiveId" clId="{84D08C4D-4D4C-4803-8772-268DAC2F729F}" dt="2024-05-13T12:38:47.075" v="2032" actId="20577"/>
          <ac:spMkLst>
            <pc:docMk/>
            <pc:sldMk cId="1676489496" sldId="259"/>
            <ac:spMk id="3" creationId="{80F65A41-4734-7CE3-2574-808ACFD813E6}"/>
          </ac:spMkLst>
        </pc:spChg>
      </pc:sldChg>
      <pc:sldChg chg="addSp delSp modSp new mod">
        <pc:chgData name="Shreya Arun" userId="243ef633123bd7ef" providerId="LiveId" clId="{84D08C4D-4D4C-4803-8772-268DAC2F729F}" dt="2024-05-13T14:50:53.142" v="2192" actId="1076"/>
        <pc:sldMkLst>
          <pc:docMk/>
          <pc:sldMk cId="2521799143" sldId="260"/>
        </pc:sldMkLst>
        <pc:spChg chg="mod">
          <ac:chgData name="Shreya Arun" userId="243ef633123bd7ef" providerId="LiveId" clId="{84D08C4D-4D4C-4803-8772-268DAC2F729F}" dt="2024-05-12T16:25:13.291" v="147" actId="2711"/>
          <ac:spMkLst>
            <pc:docMk/>
            <pc:sldMk cId="2521799143" sldId="260"/>
            <ac:spMk id="2" creationId="{E8D08598-1253-A2EA-A5A5-9FCB71A3B679}"/>
          </ac:spMkLst>
        </pc:spChg>
        <pc:spChg chg="add del mod">
          <ac:chgData name="Shreya Arun" userId="243ef633123bd7ef" providerId="LiveId" clId="{84D08C4D-4D4C-4803-8772-268DAC2F729F}" dt="2024-05-13T14:48:34.449" v="2053" actId="20577"/>
          <ac:spMkLst>
            <pc:docMk/>
            <pc:sldMk cId="2521799143" sldId="260"/>
            <ac:spMk id="3" creationId="{97E3C21B-3BCC-909A-6564-6DA07D75588E}"/>
          </ac:spMkLst>
        </pc:spChg>
        <pc:spChg chg="add mod">
          <ac:chgData name="Shreya Arun" userId="243ef633123bd7ef" providerId="LiveId" clId="{84D08C4D-4D4C-4803-8772-268DAC2F729F}" dt="2024-05-13T14:49:26.876" v="2129" actId="20577"/>
          <ac:spMkLst>
            <pc:docMk/>
            <pc:sldMk cId="2521799143" sldId="260"/>
            <ac:spMk id="5" creationId="{79F2281E-2C2A-9D07-BB47-835092283365}"/>
          </ac:spMkLst>
        </pc:spChg>
        <pc:spChg chg="add mod">
          <ac:chgData name="Shreya Arun" userId="243ef633123bd7ef" providerId="LiveId" clId="{84D08C4D-4D4C-4803-8772-268DAC2F729F}" dt="2024-05-12T16:25:20.277" v="148" actId="2711"/>
          <ac:spMkLst>
            <pc:docMk/>
            <pc:sldMk cId="2521799143" sldId="260"/>
            <ac:spMk id="6" creationId="{7DEBD33A-EB8F-553B-5135-1C3A0D5EC00D}"/>
          </ac:spMkLst>
        </pc:spChg>
        <pc:spChg chg="add mod">
          <ac:chgData name="Shreya Arun" userId="243ef633123bd7ef" providerId="LiveId" clId="{84D08C4D-4D4C-4803-8772-268DAC2F729F}" dt="2024-05-13T14:49:00.621" v="2087" actId="20577"/>
          <ac:spMkLst>
            <pc:docMk/>
            <pc:sldMk cId="2521799143" sldId="260"/>
            <ac:spMk id="7" creationId="{BBD33563-D187-175F-CC53-A1C837779438}"/>
          </ac:spMkLst>
        </pc:spChg>
        <pc:spChg chg="add mod">
          <ac:chgData name="Shreya Arun" userId="243ef633123bd7ef" providerId="LiveId" clId="{84D08C4D-4D4C-4803-8772-268DAC2F729F}" dt="2024-05-12T16:24:22.435" v="123"/>
          <ac:spMkLst>
            <pc:docMk/>
            <pc:sldMk cId="2521799143" sldId="260"/>
            <ac:spMk id="8" creationId="{3258E942-1D66-77EE-EC28-2B0FA16AF62C}"/>
          </ac:spMkLst>
        </pc:spChg>
        <pc:spChg chg="add mod">
          <ac:chgData name="Shreya Arun" userId="243ef633123bd7ef" providerId="LiveId" clId="{84D08C4D-4D4C-4803-8772-268DAC2F729F}" dt="2024-05-13T14:49:44.066" v="2157" actId="20577"/>
          <ac:spMkLst>
            <pc:docMk/>
            <pc:sldMk cId="2521799143" sldId="260"/>
            <ac:spMk id="8" creationId="{AE8D2884-3576-C1B2-FFE8-097E6EE6E522}"/>
          </ac:spMkLst>
        </pc:spChg>
        <pc:spChg chg="add mod">
          <ac:chgData name="Shreya Arun" userId="243ef633123bd7ef" providerId="LiveId" clId="{84D08C4D-4D4C-4803-8772-268DAC2F729F}" dt="2024-05-13T14:49:11.486" v="2115" actId="20577"/>
          <ac:spMkLst>
            <pc:docMk/>
            <pc:sldMk cId="2521799143" sldId="260"/>
            <ac:spMk id="9" creationId="{0038122A-8A31-199E-86E4-299114779901}"/>
          </ac:spMkLst>
        </pc:spChg>
        <pc:spChg chg="add mod">
          <ac:chgData name="Shreya Arun" userId="243ef633123bd7ef" providerId="LiveId" clId="{84D08C4D-4D4C-4803-8772-268DAC2F729F}" dt="2024-05-13T14:49:59.627" v="2180" actId="20577"/>
          <ac:spMkLst>
            <pc:docMk/>
            <pc:sldMk cId="2521799143" sldId="260"/>
            <ac:spMk id="10" creationId="{51301AC5-D439-28EF-1CCD-6EDCC734C7D4}"/>
          </ac:spMkLst>
        </pc:spChg>
        <pc:picChg chg="add del mod ord">
          <ac:chgData name="Shreya Arun" userId="243ef633123bd7ef" providerId="LiveId" clId="{84D08C4D-4D4C-4803-8772-268DAC2F729F}" dt="2024-05-12T16:22:11.352" v="63" actId="22"/>
          <ac:picMkLst>
            <pc:docMk/>
            <pc:sldMk cId="2521799143" sldId="260"/>
            <ac:picMk id="5" creationId="{65EAFC99-9A23-5086-5C94-700A3EF096E5}"/>
          </ac:picMkLst>
        </pc:picChg>
        <pc:cxnChg chg="add">
          <ac:chgData name="Shreya Arun" userId="243ef633123bd7ef" providerId="LiveId" clId="{84D08C4D-4D4C-4803-8772-268DAC2F729F}" dt="2024-05-12T16:24:53.701" v="145" actId="11529"/>
          <ac:cxnSpMkLst>
            <pc:docMk/>
            <pc:sldMk cId="2521799143" sldId="260"/>
            <ac:cxnSpMk id="11" creationId="{019807C7-996F-DEA3-284D-AEC22584BF1F}"/>
          </ac:cxnSpMkLst>
        </pc:cxnChg>
        <pc:cxnChg chg="add mod">
          <ac:chgData name="Shreya Arun" userId="243ef633123bd7ef" providerId="LiveId" clId="{84D08C4D-4D4C-4803-8772-268DAC2F729F}" dt="2024-05-13T14:50:36.320" v="2188" actId="14100"/>
          <ac:cxnSpMkLst>
            <pc:docMk/>
            <pc:sldMk cId="2521799143" sldId="260"/>
            <ac:cxnSpMk id="12" creationId="{5A4EBB72-D3D6-5C2E-22E5-D49E84E67C25}"/>
          </ac:cxnSpMkLst>
        </pc:cxnChg>
        <pc:cxnChg chg="add">
          <ac:chgData name="Shreya Arun" userId="243ef633123bd7ef" providerId="LiveId" clId="{84D08C4D-4D4C-4803-8772-268DAC2F729F}" dt="2024-05-12T16:25:02.604" v="146" actId="11529"/>
          <ac:cxnSpMkLst>
            <pc:docMk/>
            <pc:sldMk cId="2521799143" sldId="260"/>
            <ac:cxnSpMk id="13" creationId="{2F8D0489-641D-B42F-C33C-C41A52A88B5D}"/>
          </ac:cxnSpMkLst>
        </pc:cxnChg>
        <pc:cxnChg chg="add mod">
          <ac:chgData name="Shreya Arun" userId="243ef633123bd7ef" providerId="LiveId" clId="{84D08C4D-4D4C-4803-8772-268DAC2F729F}" dt="2024-05-13T14:50:32.108" v="2187" actId="14100"/>
          <ac:cxnSpMkLst>
            <pc:docMk/>
            <pc:sldMk cId="2521799143" sldId="260"/>
            <ac:cxnSpMk id="14" creationId="{9F44C4D4-CDC1-2750-EF9E-9A41AE7830A0}"/>
          </ac:cxnSpMkLst>
        </pc:cxnChg>
        <pc:cxnChg chg="add mod">
          <ac:chgData name="Shreya Arun" userId="243ef633123bd7ef" providerId="LiveId" clId="{84D08C4D-4D4C-4803-8772-268DAC2F729F}" dt="2024-05-13T14:50:53.142" v="2192" actId="1076"/>
          <ac:cxnSpMkLst>
            <pc:docMk/>
            <pc:sldMk cId="2521799143" sldId="260"/>
            <ac:cxnSpMk id="19" creationId="{024EA647-E4C0-6FD8-BEB1-1B80A97371B0}"/>
          </ac:cxnSpMkLst>
        </pc:cxnChg>
      </pc:sldChg>
      <pc:sldChg chg="addSp delSp modSp new mod">
        <pc:chgData name="Shreya Arun" userId="243ef633123bd7ef" providerId="LiveId" clId="{84D08C4D-4D4C-4803-8772-268DAC2F729F}" dt="2024-05-12T18:05:55.364" v="387" actId="1076"/>
        <pc:sldMkLst>
          <pc:docMk/>
          <pc:sldMk cId="3791690667" sldId="261"/>
        </pc:sldMkLst>
        <pc:spChg chg="mod">
          <ac:chgData name="Shreya Arun" userId="243ef633123bd7ef" providerId="LiveId" clId="{84D08C4D-4D4C-4803-8772-268DAC2F729F}" dt="2024-05-12T18:05:16.834" v="378" actId="14100"/>
          <ac:spMkLst>
            <pc:docMk/>
            <pc:sldMk cId="3791690667" sldId="261"/>
            <ac:spMk id="2" creationId="{73D3C99C-64A1-C4CC-C130-E6280DE457D8}"/>
          </ac:spMkLst>
        </pc:spChg>
        <pc:spChg chg="del">
          <ac:chgData name="Shreya Arun" userId="243ef633123bd7ef" providerId="LiveId" clId="{84D08C4D-4D4C-4803-8772-268DAC2F729F}" dt="2024-05-12T17:54:57.986" v="223" actId="3680"/>
          <ac:spMkLst>
            <pc:docMk/>
            <pc:sldMk cId="3791690667" sldId="261"/>
            <ac:spMk id="3" creationId="{F21462C9-D976-4FD9-57B2-B01076CF48E6}"/>
          </ac:spMkLst>
        </pc:spChg>
        <pc:spChg chg="add del mod">
          <ac:chgData name="Shreya Arun" userId="243ef633123bd7ef" providerId="LiveId" clId="{84D08C4D-4D4C-4803-8772-268DAC2F729F}" dt="2024-05-12T17:56:28.954" v="242" actId="3680"/>
          <ac:spMkLst>
            <pc:docMk/>
            <pc:sldMk cId="3791690667" sldId="261"/>
            <ac:spMk id="6" creationId="{50095CDB-5A55-4180-171C-538D991FDD24}"/>
          </ac:spMkLst>
        </pc:spChg>
        <pc:spChg chg="add mod">
          <ac:chgData name="Shreya Arun" userId="243ef633123bd7ef" providerId="LiveId" clId="{84D08C4D-4D4C-4803-8772-268DAC2F729F}" dt="2024-05-12T18:05:55.364" v="387" actId="1076"/>
          <ac:spMkLst>
            <pc:docMk/>
            <pc:sldMk cId="3791690667" sldId="261"/>
            <ac:spMk id="8" creationId="{6F49CB29-E47B-CC24-CFC6-28DED9D8D685}"/>
          </ac:spMkLst>
        </pc:spChg>
        <pc:graphicFrameChg chg="add del mod ord modGraphic">
          <ac:chgData name="Shreya Arun" userId="243ef633123bd7ef" providerId="LiveId" clId="{84D08C4D-4D4C-4803-8772-268DAC2F729F}" dt="2024-05-12T17:56:19.534" v="241" actId="478"/>
          <ac:graphicFrameMkLst>
            <pc:docMk/>
            <pc:sldMk cId="3791690667" sldId="261"/>
            <ac:graphicFrameMk id="4" creationId="{4D7BC72D-F474-7B63-6FF6-B6D2676A35A9}"/>
          </ac:graphicFrameMkLst>
        </pc:graphicFrameChg>
        <pc:graphicFrameChg chg="add mod ord modGraphic">
          <ac:chgData name="Shreya Arun" userId="243ef633123bd7ef" providerId="LiveId" clId="{84D08C4D-4D4C-4803-8772-268DAC2F729F}" dt="2024-05-12T18:05:51.366" v="386" actId="14100"/>
          <ac:graphicFrameMkLst>
            <pc:docMk/>
            <pc:sldMk cId="3791690667" sldId="261"/>
            <ac:graphicFrameMk id="7" creationId="{7EEF0E9B-CDB7-0C71-591F-21356F2D97B6}"/>
          </ac:graphicFrameMkLst>
        </pc:graphicFrameChg>
      </pc:sldChg>
      <pc:sldChg chg="modSp new mod">
        <pc:chgData name="Shreya Arun" userId="243ef633123bd7ef" providerId="LiveId" clId="{84D08C4D-4D4C-4803-8772-268DAC2F729F}" dt="2024-05-13T12:39:58.411" v="2034" actId="2711"/>
        <pc:sldMkLst>
          <pc:docMk/>
          <pc:sldMk cId="2713490112" sldId="262"/>
        </pc:sldMkLst>
        <pc:spChg chg="mod">
          <ac:chgData name="Shreya Arun" userId="243ef633123bd7ef" providerId="LiveId" clId="{84D08C4D-4D4C-4803-8772-268DAC2F729F}" dt="2024-05-13T12:39:52.350" v="2033" actId="2711"/>
          <ac:spMkLst>
            <pc:docMk/>
            <pc:sldMk cId="2713490112" sldId="262"/>
            <ac:spMk id="2" creationId="{D631A976-DA6E-7883-53EE-DE2E79EBB5AC}"/>
          </ac:spMkLst>
        </pc:spChg>
        <pc:spChg chg="mod">
          <ac:chgData name="Shreya Arun" userId="243ef633123bd7ef" providerId="LiveId" clId="{84D08C4D-4D4C-4803-8772-268DAC2F729F}" dt="2024-05-13T12:39:58.411" v="2034" actId="2711"/>
          <ac:spMkLst>
            <pc:docMk/>
            <pc:sldMk cId="2713490112" sldId="262"/>
            <ac:spMk id="3" creationId="{1DEADF17-4EB8-AB84-F468-697F1F8B1B15}"/>
          </ac:spMkLst>
        </pc:spChg>
      </pc:sldChg>
      <pc:sldChg chg="addSp modSp new mod">
        <pc:chgData name="Shreya Arun" userId="243ef633123bd7ef" providerId="LiveId" clId="{84D08C4D-4D4C-4803-8772-268DAC2F729F}" dt="2024-05-13T12:40:16.802" v="2037" actId="2711"/>
        <pc:sldMkLst>
          <pc:docMk/>
          <pc:sldMk cId="421789437" sldId="263"/>
        </pc:sldMkLst>
        <pc:spChg chg="mod">
          <ac:chgData name="Shreya Arun" userId="243ef633123bd7ef" providerId="LiveId" clId="{84D08C4D-4D4C-4803-8772-268DAC2F729F}" dt="2024-05-13T12:40:11.440" v="2036" actId="2711"/>
          <ac:spMkLst>
            <pc:docMk/>
            <pc:sldMk cId="421789437" sldId="263"/>
            <ac:spMk id="2" creationId="{9177B046-F4BD-02FA-54C6-88839DFEB205}"/>
          </ac:spMkLst>
        </pc:spChg>
        <pc:spChg chg="mod">
          <ac:chgData name="Shreya Arun" userId="243ef633123bd7ef" providerId="LiveId" clId="{84D08C4D-4D4C-4803-8772-268DAC2F729F}" dt="2024-05-13T12:40:05.287" v="2035" actId="2711"/>
          <ac:spMkLst>
            <pc:docMk/>
            <pc:sldMk cId="421789437" sldId="263"/>
            <ac:spMk id="3" creationId="{89DE4A7E-C38E-41C4-BA3E-5CFBBA1D8ECE}"/>
          </ac:spMkLst>
        </pc:spChg>
        <pc:spChg chg="add mod">
          <ac:chgData name="Shreya Arun" userId="243ef633123bd7ef" providerId="LiveId" clId="{84D08C4D-4D4C-4803-8772-268DAC2F729F}" dt="2024-05-13T12:40:16.802" v="2037" actId="2711"/>
          <ac:spMkLst>
            <pc:docMk/>
            <pc:sldMk cId="421789437" sldId="263"/>
            <ac:spMk id="4" creationId="{31758F62-9699-CC0E-A061-BEA8201688C4}"/>
          </ac:spMkLst>
        </pc:spChg>
      </pc:sldChg>
      <pc:sldChg chg="addSp delSp modSp new mod">
        <pc:chgData name="Shreya Arun" userId="243ef633123bd7ef" providerId="LiveId" clId="{84D08C4D-4D4C-4803-8772-268DAC2F729F}" dt="2024-05-12T20:21:57.160" v="1753" actId="5793"/>
        <pc:sldMkLst>
          <pc:docMk/>
          <pc:sldMk cId="2208906671" sldId="264"/>
        </pc:sldMkLst>
        <pc:spChg chg="mod">
          <ac:chgData name="Shreya Arun" userId="243ef633123bd7ef" providerId="LiveId" clId="{84D08C4D-4D4C-4803-8772-268DAC2F729F}" dt="2024-05-12T20:21:57.160" v="1753" actId="5793"/>
          <ac:spMkLst>
            <pc:docMk/>
            <pc:sldMk cId="2208906671" sldId="264"/>
            <ac:spMk id="3" creationId="{C372D2A6-8CB1-D60B-C1D0-DA5A0C992055}"/>
          </ac:spMkLst>
        </pc:spChg>
        <pc:spChg chg="add mod">
          <ac:chgData name="Shreya Arun" userId="243ef633123bd7ef" providerId="LiveId" clId="{84D08C4D-4D4C-4803-8772-268DAC2F729F}" dt="2024-05-12T20:19:48.501" v="1733" actId="1035"/>
          <ac:spMkLst>
            <pc:docMk/>
            <pc:sldMk cId="2208906671" sldId="264"/>
            <ac:spMk id="13" creationId="{E45E8DB1-DC86-A8E7-EA5E-45C7F29AC632}"/>
          </ac:spMkLst>
        </pc:spChg>
        <pc:spChg chg="add mod">
          <ac:chgData name="Shreya Arun" userId="243ef633123bd7ef" providerId="LiveId" clId="{84D08C4D-4D4C-4803-8772-268DAC2F729F}" dt="2024-05-12T19:54:05.518" v="1359" actId="20577"/>
          <ac:spMkLst>
            <pc:docMk/>
            <pc:sldMk cId="2208906671" sldId="264"/>
            <ac:spMk id="17" creationId="{D406F68D-BC39-C837-1F04-767F7F06560B}"/>
          </ac:spMkLst>
        </pc:spChg>
        <pc:grpChg chg="del mod">
          <ac:chgData name="Shreya Arun" userId="243ef633123bd7ef" providerId="LiveId" clId="{84D08C4D-4D4C-4803-8772-268DAC2F729F}" dt="2024-05-12T19:54:53.209" v="1366"/>
          <ac:grpSpMkLst>
            <pc:docMk/>
            <pc:sldMk cId="2208906671" sldId="264"/>
            <ac:grpSpMk id="21" creationId="{8FBA2A3D-8C2E-42CF-77C7-6A056D11D46A}"/>
          </ac:grpSpMkLst>
        </pc:grpChg>
        <pc:grpChg chg="del mod">
          <ac:chgData name="Shreya Arun" userId="243ef633123bd7ef" providerId="LiveId" clId="{84D08C4D-4D4C-4803-8772-268DAC2F729F}" dt="2024-05-12T19:54:56.542" v="1368"/>
          <ac:grpSpMkLst>
            <pc:docMk/>
            <pc:sldMk cId="2208906671" sldId="264"/>
            <ac:grpSpMk id="23" creationId="{0B4E2338-2D6A-AB20-6040-6E4B48739869}"/>
          </ac:grpSpMkLst>
        </pc:grpChg>
        <pc:grpChg chg="mod">
          <ac:chgData name="Shreya Arun" userId="243ef633123bd7ef" providerId="LiveId" clId="{84D08C4D-4D4C-4803-8772-268DAC2F729F}" dt="2024-05-12T19:54:56.542" v="1368"/>
          <ac:grpSpMkLst>
            <pc:docMk/>
            <pc:sldMk cId="2208906671" sldId="264"/>
            <ac:grpSpMk id="25" creationId="{D85B8035-132A-A399-DD17-2E8940780BC8}"/>
          </ac:grpSpMkLst>
        </pc:grpChg>
        <pc:inkChg chg="add del">
          <ac:chgData name="Shreya Arun" userId="243ef633123bd7ef" providerId="LiveId" clId="{84D08C4D-4D4C-4803-8772-268DAC2F729F}" dt="2024-05-12T19:48:18.793" v="1085" actId="9405"/>
          <ac:inkMkLst>
            <pc:docMk/>
            <pc:sldMk cId="2208906671" sldId="264"/>
            <ac:inkMk id="14" creationId="{A0905B3D-F73C-BAD2-8E64-42C8FC5500B8}"/>
          </ac:inkMkLst>
        </pc:inkChg>
        <pc:inkChg chg="add del">
          <ac:chgData name="Shreya Arun" userId="243ef633123bd7ef" providerId="LiveId" clId="{84D08C4D-4D4C-4803-8772-268DAC2F729F}" dt="2024-05-12T19:48:18.366" v="1084" actId="9405"/>
          <ac:inkMkLst>
            <pc:docMk/>
            <pc:sldMk cId="2208906671" sldId="264"/>
            <ac:inkMk id="15" creationId="{38F8050C-1BE7-D358-0975-F0FDE71578C6}"/>
          </ac:inkMkLst>
        </pc:inkChg>
        <pc:inkChg chg="add del">
          <ac:chgData name="Shreya Arun" userId="243ef633123bd7ef" providerId="LiveId" clId="{84D08C4D-4D4C-4803-8772-268DAC2F729F}" dt="2024-05-12T19:48:17.935" v="1083" actId="9405"/>
          <ac:inkMkLst>
            <pc:docMk/>
            <pc:sldMk cId="2208906671" sldId="264"/>
            <ac:inkMk id="16" creationId="{7F8D99F6-D0B1-C413-7D5D-3AE493D6EBDC}"/>
          </ac:inkMkLst>
        </pc:inkChg>
        <pc:inkChg chg="add">
          <ac:chgData name="Shreya Arun" userId="243ef633123bd7ef" providerId="LiveId" clId="{84D08C4D-4D4C-4803-8772-268DAC2F729F}" dt="2024-05-12T19:54:39.545" v="1361" actId="9405"/>
          <ac:inkMkLst>
            <pc:docMk/>
            <pc:sldMk cId="2208906671" sldId="264"/>
            <ac:inkMk id="18" creationId="{72FF21D0-EF99-6270-668A-B42025ED34B3}"/>
          </ac:inkMkLst>
        </pc:inkChg>
        <pc:inkChg chg="add mod">
          <ac:chgData name="Shreya Arun" userId="243ef633123bd7ef" providerId="LiveId" clId="{84D08C4D-4D4C-4803-8772-268DAC2F729F}" dt="2024-05-12T19:54:56.542" v="1368"/>
          <ac:inkMkLst>
            <pc:docMk/>
            <pc:sldMk cId="2208906671" sldId="264"/>
            <ac:inkMk id="19" creationId="{844256E5-9A36-EEBC-CCC7-750AF0123C04}"/>
          </ac:inkMkLst>
        </pc:inkChg>
        <pc:inkChg chg="add mod">
          <ac:chgData name="Shreya Arun" userId="243ef633123bd7ef" providerId="LiveId" clId="{84D08C4D-4D4C-4803-8772-268DAC2F729F}" dt="2024-05-12T19:54:56.542" v="1368"/>
          <ac:inkMkLst>
            <pc:docMk/>
            <pc:sldMk cId="2208906671" sldId="264"/>
            <ac:inkMk id="20" creationId="{9A835D49-5E69-201F-062E-885C8EFF7506}"/>
          </ac:inkMkLst>
        </pc:inkChg>
        <pc:inkChg chg="add mod">
          <ac:chgData name="Shreya Arun" userId="243ef633123bd7ef" providerId="LiveId" clId="{84D08C4D-4D4C-4803-8772-268DAC2F729F}" dt="2024-05-12T19:54:56.542" v="1368"/>
          <ac:inkMkLst>
            <pc:docMk/>
            <pc:sldMk cId="2208906671" sldId="264"/>
            <ac:inkMk id="22" creationId="{C8FC0C32-AD2E-4221-A09D-F55F09C752FC}"/>
          </ac:inkMkLst>
        </pc:inkChg>
        <pc:inkChg chg="add mod">
          <ac:chgData name="Shreya Arun" userId="243ef633123bd7ef" providerId="LiveId" clId="{84D08C4D-4D4C-4803-8772-268DAC2F729F}" dt="2024-05-12T19:54:56.542" v="1368"/>
          <ac:inkMkLst>
            <pc:docMk/>
            <pc:sldMk cId="2208906671" sldId="264"/>
            <ac:inkMk id="24" creationId="{262BCF06-E046-C00F-7D04-DD8B2B45E69F}"/>
          </ac:inkMkLst>
        </pc:inkChg>
        <pc:cxnChg chg="add del">
          <ac:chgData name="Shreya Arun" userId="243ef633123bd7ef" providerId="LiveId" clId="{84D08C4D-4D4C-4803-8772-268DAC2F729F}" dt="2024-05-12T19:48:25.031" v="1088" actId="478"/>
          <ac:cxnSpMkLst>
            <pc:docMk/>
            <pc:sldMk cId="2208906671" sldId="264"/>
            <ac:cxnSpMk id="5" creationId="{08539701-FD62-83DD-65DD-76F09FDED884}"/>
          </ac:cxnSpMkLst>
        </pc:cxnChg>
        <pc:cxnChg chg="add del mod">
          <ac:chgData name="Shreya Arun" userId="243ef633123bd7ef" providerId="LiveId" clId="{84D08C4D-4D4C-4803-8772-268DAC2F729F}" dt="2024-05-12T19:45:31.573" v="1072" actId="478"/>
          <ac:cxnSpMkLst>
            <pc:docMk/>
            <pc:sldMk cId="2208906671" sldId="264"/>
            <ac:cxnSpMk id="7" creationId="{78BAE24B-B830-F121-87A4-A7005B317B1A}"/>
          </ac:cxnSpMkLst>
        </pc:cxnChg>
        <pc:cxnChg chg="add del">
          <ac:chgData name="Shreya Arun" userId="243ef633123bd7ef" providerId="LiveId" clId="{84D08C4D-4D4C-4803-8772-268DAC2F729F}" dt="2024-05-12T19:48:22.794" v="1087" actId="478"/>
          <ac:cxnSpMkLst>
            <pc:docMk/>
            <pc:sldMk cId="2208906671" sldId="264"/>
            <ac:cxnSpMk id="10" creationId="{F8323BDB-EAAD-9AF1-F0D9-9122A75E3E60}"/>
          </ac:cxnSpMkLst>
        </pc:cxnChg>
        <pc:cxnChg chg="add del">
          <ac:chgData name="Shreya Arun" userId="243ef633123bd7ef" providerId="LiveId" clId="{84D08C4D-4D4C-4803-8772-268DAC2F729F}" dt="2024-05-12T19:48:27.968" v="1089" actId="478"/>
          <ac:cxnSpMkLst>
            <pc:docMk/>
            <pc:sldMk cId="2208906671" sldId="264"/>
            <ac:cxnSpMk id="12" creationId="{7FDD2008-4F62-F70A-8659-53AAF80A444B}"/>
          </ac:cxnSpMkLst>
        </pc:cxnChg>
      </pc:sldChg>
      <pc:sldChg chg="addSp delSp modSp new mod">
        <pc:chgData name="Shreya Arun" userId="243ef633123bd7ef" providerId="LiveId" clId="{84D08C4D-4D4C-4803-8772-268DAC2F729F}" dt="2024-05-13T15:00:43.403" v="2223" actId="5793"/>
        <pc:sldMkLst>
          <pc:docMk/>
          <pc:sldMk cId="1533661165" sldId="265"/>
        </pc:sldMkLst>
        <pc:spChg chg="mod">
          <ac:chgData name="Shreya Arun" userId="243ef633123bd7ef" providerId="LiveId" clId="{84D08C4D-4D4C-4803-8772-268DAC2F729F}" dt="2024-05-13T15:00:43.403" v="2223" actId="5793"/>
          <ac:spMkLst>
            <pc:docMk/>
            <pc:sldMk cId="1533661165" sldId="265"/>
            <ac:spMk id="3" creationId="{6F4302B5-A19C-2A81-2783-CF9AB6E6774F}"/>
          </ac:spMkLst>
        </pc:spChg>
        <pc:picChg chg="add del mod">
          <ac:chgData name="Shreya Arun" userId="243ef633123bd7ef" providerId="LiveId" clId="{84D08C4D-4D4C-4803-8772-268DAC2F729F}" dt="2024-05-13T15:00:18.582" v="2205" actId="21"/>
          <ac:picMkLst>
            <pc:docMk/>
            <pc:sldMk cId="1533661165" sldId="265"/>
            <ac:picMk id="5" creationId="{622899E5-7C4D-99F1-00B1-F9FD48573D79}"/>
          </ac:picMkLst>
        </pc:picChg>
      </pc:sldChg>
      <pc:sldChg chg="addSp modSp new mod">
        <pc:chgData name="Shreya Arun" userId="243ef633123bd7ef" providerId="LiveId" clId="{84D08C4D-4D4C-4803-8772-268DAC2F729F}" dt="2024-05-13T15:00:36.086" v="2221" actId="1076"/>
        <pc:sldMkLst>
          <pc:docMk/>
          <pc:sldMk cId="718486421" sldId="266"/>
        </pc:sldMkLst>
        <pc:spChg chg="mod">
          <ac:chgData name="Shreya Arun" userId="243ef633123bd7ef" providerId="LiveId" clId="{84D08C4D-4D4C-4803-8772-268DAC2F729F}" dt="2024-05-13T15:00:11.102" v="2203" actId="20577"/>
          <ac:spMkLst>
            <pc:docMk/>
            <pc:sldMk cId="718486421" sldId="266"/>
            <ac:spMk id="2" creationId="{E90C4038-71CF-3FF1-1883-B3B47D12D669}"/>
          </ac:spMkLst>
        </pc:spChg>
        <pc:spChg chg="mod">
          <ac:chgData name="Shreya Arun" userId="243ef633123bd7ef" providerId="LiveId" clId="{84D08C4D-4D4C-4803-8772-268DAC2F729F}" dt="2024-05-13T15:00:31.029" v="2219" actId="27636"/>
          <ac:spMkLst>
            <pc:docMk/>
            <pc:sldMk cId="718486421" sldId="266"/>
            <ac:spMk id="3" creationId="{954EEA34-E625-8F2C-3624-542890341783}"/>
          </ac:spMkLst>
        </pc:spChg>
        <pc:picChg chg="add mod">
          <ac:chgData name="Shreya Arun" userId="243ef633123bd7ef" providerId="LiveId" clId="{84D08C4D-4D4C-4803-8772-268DAC2F729F}" dt="2024-05-13T15:00:36.086" v="2221" actId="1076"/>
          <ac:picMkLst>
            <pc:docMk/>
            <pc:sldMk cId="718486421" sldId="266"/>
            <ac:picMk id="5" creationId="{622899E5-7C4D-99F1-00B1-F9FD48573D7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2T19:54:39.5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1 404 24575,'403'0'0,"-375"-2"0,1-1 0,-1-1 0,32-9 0,-27 5 0,58-6 0,328 11 0,-215 5 0,-165-4 0,-1-1 0,54-14 0,-46 8 0,51-3 0,126 9 0,-205 0 0,1-1 0,-1 0 0,1-1 0,-1-2 0,22-9 0,-14 5 0,39-11 0,-24 14 0,69-5 0,-69 10 0,78-17 0,-50 0 0,-33 9 0,1 1 0,0 2 0,52-5 0,-42 9 0,0-2 0,0-2 0,0-2 0,59-22 0,-74 23 0,-1 2 0,1 1 0,43-3 0,38-7 0,-61 6 0,1 2 0,-1 2 0,1 3 0,95 5 0,-143-1 0,0 0 0,0 0 0,-1 0 0,1 1 0,0 0 0,-1 0 0,1 0 0,-1 0 0,1 0 0,-1 1 0,0 0 0,0 0 0,6 6 0,-9-8 0,1 1 0,-1 0 0,0-1 0,0 1 0,1 0 0,-1 0 0,0-1 0,-1 1 0,1 0 0,0 0 0,-1 0 0,1 0 0,-1 0 0,1 0 0,-1 0 0,0 0 0,0 1 0,0-1 0,0 0 0,0 0 0,0 0 0,-1 0 0,1 0 0,-1 0 0,1 0 0,-1 0 0,0 0 0,0 0 0,0 0 0,0-1 0,0 1 0,0 0 0,0-1 0,-3 4 0,-9 7 0,1-1 0,-2 0 0,1-1 0,-1 0 0,-22 10 0,-25 18 0,46-29 0,-1 0 0,-1-1 0,0-1 0,0 0 0,0-1 0,-1-1 0,0-1 0,-33 4 0,21-4 0,1 2 0,-35 12 0,-6 9 0,34-12 0,-1-1 0,-72 16 0,7-11 0,38-5 0,0-4 0,-81 4 0,-463-16 0,4475 2 0,-3839-2 0,1-1 0,-1-2 0,0-1 0,-1-1 0,41-16 0,-38 12 0,0 2 0,0 1 0,1 1 0,40-3 0,310 8 221,-183 5-1807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2T19:54:46.3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1178 24575,'2677'0'0,"-2623"-2"0,89-17 0,-4 1 0,11-7 0,-107 16 0,0 2 0,52-2 0,6 9 0,-51 1 0,-1-2 0,0-2 0,58-10 0,-29 0 0,-1 4 0,2 3 0,88 6 0,-133-2 0,1-1 0,54-12 0,29-4 0,-88 17 0,151-19 0,-156 16 0,0-1 0,-1-1 0,0-1 0,0-1 0,25-14 0,-28 13 0,0 0 0,0 1 0,1 2 0,0 0 0,1 1 0,0 1 0,-1 1 0,1 2 0,0 0 0,33 2 0,-26 0 0,-4 1 0,1-1 0,0-1 0,0-1 0,41-10 0,37-9 0,12-3 0,-85 16 0,0 1 0,42-2 0,-39 6 0,59-15 0,-52 9 0,-1 2 0,58-3 0,49-8 0,1-2 0,-75 13 0,-66 5 0,-1 0 0,0 0 0,0-1 0,0 0 0,0 0 0,-1 0 0,1-1 0,-1 0 0,0 0 0,0-1 0,0 0 0,-1 0 0,9-10 0,-8 9 0,-1 0 0,0-1 0,0 0 0,-1 1 0,0-2 0,0 1 0,0 0 0,-1-1 0,0 0 0,-1 1 0,0-1 0,2-9 0,-4 15 0,-1-1 0,1 1 0,0 0 0,-1 0 0,1-1 0,-1 1 0,1 0 0,-1 0 0,0 0 0,0 0 0,0 0 0,0 0 0,0 0 0,-1 0 0,1 0 0,-1 0 0,1 1 0,-1-1 0,1 1 0,-1-1 0,0 1 0,0 0 0,0-1 0,0 1 0,0 0 0,0 0 0,0 0 0,0 1 0,0-1 0,0 0 0,-3 1 0,-9-4 0,0 1 0,-1 1 0,-22-1 0,31 2 0,-76-3 0,-91-8 0,-11-3 0,60 6 0,-53-23 0,132 22 0,-26-9 0,48 11 0,0 2 0,-37-5 0,13 4 0,-45-13 0,9 2 0,68 14 0,0-1 0,0-1 0,1 0 0,-1-1 0,2-1 0,-1 0 0,1-1 0,0 0 0,1-1 0,0 0 0,1-1 0,-15-17 0,19 21 0,-1 1 0,1 0 0,-1 0 0,0 0 0,-1 1 0,1 1 0,-1 0 0,0 0 0,0 0 0,0 1 0,-1 1 0,1-1 0,-19-1 0,-10 1 0,1 2 0,-49 4 0,26-1 0,-509 1 0,396-3 0,160 0 0,0-1 0,0 0 0,1-1 0,-1 0 0,1-1 0,-1 0 0,1-1 0,0-1 0,0 0 0,1 0 0,0-1 0,0-1 0,0 0 0,0 0 0,-15-15 0,-7-7-1365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2T19:54:49.1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35 24575,'806'0'0,"-782"-1"41,-1-2 1,1 0-1,34-11 0,-1 1-1571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2T19:54:52.68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24575,'2051'0'-1365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2T19:54:55.58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2631 0 24575,'-1072'0'0,"1045"2"0,0 1 0,0 1 0,0 2 0,1 0 0,-1 2 0,-28 12 0,-14 4 0,45-18 0,0 0 0,0-2 0,-1-1 0,-25 1 0,-102-6 0,69 0 0,-27-1 0,-182 6 0,264 2 0,1 0 0,0 2 0,0 1 0,0 1 0,-44 23 0,44-19 0,0-2 0,-1 0 0,-1-2 0,-54 11 0,-5-14-1365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AB94-4C6B-F994-C72D-195427EEF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C58D-FC29-8C43-B971-1A48C5337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B297-4AE4-D3CA-439A-969CC601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9E5C-4930-8982-EB2B-A0FA11C7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00221-E81E-962A-BD29-47E9D9F3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55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416D-ABA4-B84D-79E6-303A176D4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64DDD-63A5-1919-DBDB-1527F7302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4A6A5-ABA2-1F4D-C286-7B39D49B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560E7-5B3D-12DF-5FBB-677F3F40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AA49E-796F-D0D4-D830-C6DA53E4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896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FA10C-A706-7FFF-CE24-9D893CC52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04BDB-20A1-06CE-F45F-B1EF5C955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E1672-285F-1117-E034-3E696205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AB611-945C-4269-93D1-50CCF0CA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1F6CF-61F9-E96A-B6FE-7FD714FF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1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2F17-7CE3-4E31-1F8D-183C66E1F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55D16-0D34-259E-68F3-07327C96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EC0DA-F476-B531-40C8-FABD1DF25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8EBCF-B86B-EFDE-69CA-E50272ED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4A0AD-13E5-6C19-39CF-A7B1BF30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4C1BC-18CC-8A51-AF4E-2C0AB957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88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AAD9-B489-5E9D-04CF-2B71BA1D1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AAC35-F893-1E02-4F47-FC29D8E93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ED426-6059-09B2-E1DA-71D21918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2A5077-4485-5986-69AC-038C5AFB3C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702C2-1544-FB60-28F1-E1B8A57D7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887762-D82F-03A5-A11A-8583960F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B6A94-B8F7-98EB-1690-4904F4ECC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3CADB-F886-DDFD-5598-4C0D7E78B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2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66E0-5E95-91A4-FBC7-88F47623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E34DB-3213-24AE-1D7B-7B837269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1E376D-1812-A3C0-9A89-1AD26084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C453F-E59D-84A0-1988-8A14F388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69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7B759-FFA6-CF2B-4800-B812FE61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83D1F-A68C-6764-5A70-AE4A9B5E5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AEDC9-DCC8-79D9-84A8-651B2031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57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0A258-4FF9-D2BE-7265-E98E470A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4890-C529-894E-D48E-C60618C78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E73C4-40B0-0F2A-E5BC-97CA8DB00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148FC-5931-C387-0A47-B439221E7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EF394-D54C-7E35-78D2-36ABE801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2ABD5-62CD-EAB2-8E86-4CA1DFAB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83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B2833-84A6-3EA7-B340-F2421589B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C8271-E130-9BE9-9450-24226232E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54FC5-2B16-98D0-FCF4-B358F9FFC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DA777-FE0C-1D67-C6F0-B80B2D10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1F500-0913-4EFE-7F45-128916C0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EDBA0-FA2B-A2B8-572F-DA40BC55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15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AC97-BB96-27CE-0B72-B950CAE13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A2F70-52C4-DB00-21EA-540BB919F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7E396-4916-EBD3-5B45-5F0214B8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F657E-3F34-8CFF-2DA2-66A49445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6ACF2-FF08-1AE7-8F3C-71E9BA8C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84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41C86-2D71-8802-7E73-01F4F2749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EB4D0-119F-4950-74E2-F07C9367D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06CDE-DABC-0DA8-1A5C-8247A00A6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C6C9-3D31-FADA-9B08-35EC3C5B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54E94-992B-CA68-1A7E-4B7F4985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16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132F50-43D8-E51C-6781-20CE165EA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9F034-6772-930F-B4E1-32772FF2B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66DC4-073D-4036-A6D2-72A90B4FB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AABB8-C25C-4790-BE95-401117D38264}" type="datetimeFigureOut">
              <a:rPr lang="en-IN" smtClean="0"/>
              <a:t>01-06-2024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45277-68D7-03F9-97F4-F9ACE6405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B357A-318D-5FA5-AE74-2A257E7F6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29853-4EE0-4E61-937C-754530C1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71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B948-90D3-511B-7011-B1C9EFFCA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Recommender System using Collaborative Filtering</a:t>
            </a:r>
            <a:br>
              <a:rPr lang="en-US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sohne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5B2EB-E6DD-7A01-6F04-2CE213AE6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03494" y="3602038"/>
            <a:ext cx="4764505" cy="1655762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-Shreya Arun</a:t>
            </a:r>
          </a:p>
        </p:txBody>
      </p:sp>
    </p:spTree>
    <p:extLst>
      <p:ext uri="{BB962C8B-B14F-4D97-AF65-F5344CB8AC3E}">
        <p14:creationId xmlns:p14="http://schemas.microsoft.com/office/powerpoint/2010/main" val="599100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CC58-4071-1EAD-153E-1DDF6B3F5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5A41-4734-7CE3-2574-808ACFD81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Recommender systems are widely used in various industries to personalize the user experience and provide relevant recommendations to users. 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is one of the most popular techniques used in recommender systems, as it is able to make personalized recommendations by analyzing the historical interactions of users.</a:t>
            </a:r>
          </a:p>
          <a:p>
            <a:pPr marL="0" indent="0" algn="l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48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CD44-EE03-4797-AB3B-C0041496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725E1F-0D16-7A51-32A2-8D7F1AE59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629" y="817524"/>
            <a:ext cx="7628895" cy="5222952"/>
          </a:xfrm>
        </p:spPr>
      </p:pic>
    </p:spTree>
    <p:extLst>
      <p:ext uri="{BB962C8B-B14F-4D97-AF65-F5344CB8AC3E}">
        <p14:creationId xmlns:p14="http://schemas.microsoft.com/office/powerpoint/2010/main" val="298968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0BD3-61CA-4F07-4BBA-9E2705ED0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06F50-C64A-4CE0-9A68-EAEE58A43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4271"/>
            <a:ext cx="10515600" cy="4082692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is a type of recommender system that predicts a user's interest by collecting preferences from many users. 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uses a matrix to map user behavior for each item in its system. Various metrics then measure the distance between points as a means of calculating user-user and item-item similarity.</a:t>
            </a:r>
          </a:p>
          <a:p>
            <a:r>
              <a:rPr lang="en-US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 methods build a model based on users past behavior and use decisions made by current and other users and is used to predict items that the user may be interested in.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25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8598-1253-A2EA-A5A5-9FCB71A3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C21B-3BCC-909A-6564-6DA07D755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BD33A-EB8F-553B-5135-1C3A0D5EC00D}"/>
              </a:ext>
            </a:extLst>
          </p:cNvPr>
          <p:cNvSpPr/>
          <p:nvPr/>
        </p:nvSpPr>
        <p:spPr>
          <a:xfrm>
            <a:off x="1445343" y="1825625"/>
            <a:ext cx="2064774" cy="100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33563-D187-175F-CC53-A1C837779438}"/>
              </a:ext>
            </a:extLst>
          </p:cNvPr>
          <p:cNvSpPr/>
          <p:nvPr/>
        </p:nvSpPr>
        <p:spPr>
          <a:xfrm>
            <a:off x="4031226" y="1825624"/>
            <a:ext cx="2064774" cy="100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Rating Matrix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8122A-8A31-199E-86E4-299114779901}"/>
              </a:ext>
            </a:extLst>
          </p:cNvPr>
          <p:cNvSpPr/>
          <p:nvPr/>
        </p:nvSpPr>
        <p:spPr>
          <a:xfrm>
            <a:off x="6555658" y="1825624"/>
            <a:ext cx="2064774" cy="100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matrix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807C7-996F-DEA3-284D-AEC22584BF1F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3510117" y="2328657"/>
            <a:ext cx="5211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8D0489-641D-B42F-C33C-C41A52A88B5D}"/>
              </a:ext>
            </a:extLst>
          </p:cNvPr>
          <p:cNvCxnSpPr>
            <a:stCxn id="7" idx="3"/>
          </p:cNvCxnSpPr>
          <p:nvPr/>
        </p:nvCxnSpPr>
        <p:spPr>
          <a:xfrm flipV="1">
            <a:off x="6096000" y="2328655"/>
            <a:ext cx="447368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9F2281E-2C2A-9D07-BB47-835092283365}"/>
              </a:ext>
            </a:extLst>
          </p:cNvPr>
          <p:cNvSpPr/>
          <p:nvPr/>
        </p:nvSpPr>
        <p:spPr>
          <a:xfrm>
            <a:off x="9169874" y="1825622"/>
            <a:ext cx="2064774" cy="100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SVD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D2884-3576-C1B2-FFE8-097E6EE6E522}"/>
              </a:ext>
            </a:extLst>
          </p:cNvPr>
          <p:cNvSpPr/>
          <p:nvPr/>
        </p:nvSpPr>
        <p:spPr>
          <a:xfrm>
            <a:off x="9169874" y="3694530"/>
            <a:ext cx="2064774" cy="100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cosine similarity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01AC5-D439-28EF-1CCD-6EDCC734C7D4}"/>
              </a:ext>
            </a:extLst>
          </p:cNvPr>
          <p:cNvSpPr/>
          <p:nvPr/>
        </p:nvSpPr>
        <p:spPr>
          <a:xfrm>
            <a:off x="6555658" y="3694530"/>
            <a:ext cx="2064774" cy="100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similar movies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4EBB72-D3D6-5C2E-22E5-D49E84E67C25}"/>
              </a:ext>
            </a:extLst>
          </p:cNvPr>
          <p:cNvCxnSpPr>
            <a:cxnSpLocks/>
          </p:cNvCxnSpPr>
          <p:nvPr/>
        </p:nvCxnSpPr>
        <p:spPr>
          <a:xfrm>
            <a:off x="8620432" y="2328654"/>
            <a:ext cx="6685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44C4D4-CDC1-2750-EF9E-9A41AE7830A0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>
            <a:off x="8620432" y="4197563"/>
            <a:ext cx="5494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4EA647-E4C0-6FD8-BEB1-1B80A97371B0}"/>
              </a:ext>
            </a:extLst>
          </p:cNvPr>
          <p:cNvCxnSpPr>
            <a:cxnSpLocks/>
          </p:cNvCxnSpPr>
          <p:nvPr/>
        </p:nvCxnSpPr>
        <p:spPr>
          <a:xfrm>
            <a:off x="9982846" y="2831687"/>
            <a:ext cx="8539" cy="8857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799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C99C-64A1-C4CC-C130-E6280DE4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4" y="365125"/>
            <a:ext cx="10901516" cy="1325563"/>
          </a:xfrm>
        </p:spPr>
        <p:txBody>
          <a:bodyPr/>
          <a:lstStyle/>
          <a:p>
            <a:r>
              <a:rPr lang="en-IN" dirty="0"/>
              <a:t>Mathematical part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EEF0E9B-CDB7-0C71-591F-21356F2D9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5738922"/>
              </p:ext>
            </p:extLst>
          </p:nvPr>
        </p:nvGraphicFramePr>
        <p:xfrm>
          <a:off x="452284" y="1927123"/>
          <a:ext cx="7561008" cy="4355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5126">
                  <a:extLst>
                    <a:ext uri="{9D8B030D-6E8A-4147-A177-3AD203B41FA5}">
                      <a16:colId xmlns:a16="http://schemas.microsoft.com/office/drawing/2014/main" val="689997513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2099421498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3371607641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3532931939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441412978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869864438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1540611975"/>
                    </a:ext>
                  </a:extLst>
                </a:gridCol>
                <a:gridCol w="945126">
                  <a:extLst>
                    <a:ext uri="{9D8B030D-6E8A-4147-A177-3AD203B41FA5}">
                      <a16:colId xmlns:a16="http://schemas.microsoft.com/office/drawing/2014/main" val="3490990357"/>
                    </a:ext>
                  </a:extLst>
                </a:gridCol>
              </a:tblGrid>
              <a:tr h="87113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840388"/>
                  </a:ext>
                </a:extLst>
              </a:tr>
              <a:tr h="871138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652890"/>
                  </a:ext>
                </a:extLst>
              </a:tr>
              <a:tr h="871138"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22922"/>
                  </a:ext>
                </a:extLst>
              </a:tr>
              <a:tr h="871138"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491257"/>
                  </a:ext>
                </a:extLst>
              </a:tr>
              <a:tr h="871138"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43718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49CB29-E47B-CC24-CFC6-28DED9D8D685}"/>
              </a:ext>
            </a:extLst>
          </p:cNvPr>
          <p:cNvSpPr txBox="1"/>
          <p:nvPr/>
        </p:nvSpPr>
        <p:spPr>
          <a:xfrm>
            <a:off x="8328957" y="1927123"/>
            <a:ext cx="36663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Similarity of users</a:t>
            </a:r>
          </a:p>
          <a:p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Centred cosine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Normalize ratings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Rating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SVD</a:t>
            </a:r>
          </a:p>
        </p:txBody>
      </p:sp>
    </p:spTree>
    <p:extLst>
      <p:ext uri="{BB962C8B-B14F-4D97-AF65-F5344CB8AC3E}">
        <p14:creationId xmlns:p14="http://schemas.microsoft.com/office/powerpoint/2010/main" val="3791690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1A976-DA6E-7883-53EE-DE2E79EB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Centred Cosine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DF17-4EB8-AB84-F468-697F1F8B1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to find similar users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ratings-Subtract Row mean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the normalized ratings is zero.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similarity between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Sim(U1,U2)=r_U1.r_U2/|r_U1||r_U2|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Sim(A,B)=0.09 and Sim(A,C)=-0.56</a:t>
            </a:r>
          </a:p>
        </p:txBody>
      </p:sp>
    </p:spTree>
    <p:extLst>
      <p:ext uri="{BB962C8B-B14F-4D97-AF65-F5344CB8AC3E}">
        <p14:creationId xmlns:p14="http://schemas.microsoft.com/office/powerpoint/2010/main" val="2713490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7B046-F4BD-02FA-54C6-88839DFE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E4A7E-C38E-41C4-BA3E-5CFBBA1D8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of user x and movie r_(xi)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average ranking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r_(xi)=sum(sim(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)r_(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))/sum(sim(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for dimensionality reduction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of this matrix are the ratings given by the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representing users and columns for items.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A=</a:t>
            </a:r>
            <a:r>
              <a:rPr lang="en-IN" dirty="0">
                <a:latin typeface="Times New Roman" panose="02020603050405020304" pitchFamily="18" charset="0"/>
                <a:ea typeface="SimHei" panose="020B0503020204020204" pitchFamily="49" charset="-122"/>
                <a:cs typeface="Times New Roman" panose="02020603050405020304" pitchFamily="18" charset="0"/>
              </a:rPr>
              <a:t> U ∑ V^T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758F62-9699-CC0E-A061-BEA8201688C4}"/>
              </a:ext>
            </a:extLst>
          </p:cNvPr>
          <p:cNvSpPr txBox="1">
            <a:spLocks/>
          </p:cNvSpPr>
          <p:nvPr/>
        </p:nvSpPr>
        <p:spPr>
          <a:xfrm>
            <a:off x="838200" y="31805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Singular Value Decomposition(SVD)</a:t>
            </a:r>
          </a:p>
        </p:txBody>
      </p:sp>
    </p:spTree>
    <p:extLst>
      <p:ext uri="{BB962C8B-B14F-4D97-AF65-F5344CB8AC3E}">
        <p14:creationId xmlns:p14="http://schemas.microsoft.com/office/powerpoint/2010/main" val="421789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6895-5920-8200-3436-EAE5C3CDA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D2A6-8CB1-D60B-C1D0-DA5A0C992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=[U]  [</a:t>
            </a:r>
            <a:r>
              <a:rPr lang="en-IN" dirty="0">
                <a:latin typeface="Times New Roman" panose="02020603050405020304" pitchFamily="18" charset="0"/>
                <a:ea typeface="SimHei" panose="020B0503020204020204" pitchFamily="49" charset="-122"/>
                <a:cs typeface="Times New Roman" panose="02020603050405020304" pitchFamily="18" charset="0"/>
              </a:rPr>
              <a:t>∑] [V’]</a:t>
            </a:r>
          </a:p>
          <a:p>
            <a:endParaRPr lang="en-IN" dirty="0">
              <a:latin typeface="Times New Roman" panose="02020603050405020304" pitchFamily="18" charset="0"/>
              <a:ea typeface="SimHei" panose="020B0503020204020204" pitchFamily="49" charset="-122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ea typeface="SimHei" panose="020B0503020204020204" pitchFamily="49" charset="-122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ea typeface="SimHei" panose="020B0503020204020204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Neglect smallest value from </a:t>
            </a:r>
            <a:r>
              <a:rPr lang="en-IN" dirty="0">
                <a:latin typeface="Times New Roman" panose="02020603050405020304" pitchFamily="18" charset="0"/>
                <a:ea typeface="SimHei" panose="020B0503020204020204" pitchFamily="49" charset="-122"/>
                <a:cs typeface="Times New Roman" panose="02020603050405020304" pitchFamily="18" charset="0"/>
              </a:rPr>
              <a:t>∑,take the respective rows and column vectors from U and V’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5E8DB1-DC86-A8E7-EA5E-45C7F29AC632}"/>
              </a:ext>
            </a:extLst>
          </p:cNvPr>
          <p:cNvSpPr/>
          <p:nvPr/>
        </p:nvSpPr>
        <p:spPr>
          <a:xfrm>
            <a:off x="924750" y="1872788"/>
            <a:ext cx="2958992" cy="30360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06F68D-BC39-C837-1F04-767F7F06560B}"/>
              </a:ext>
            </a:extLst>
          </p:cNvPr>
          <p:cNvSpPr txBox="1"/>
          <p:nvPr/>
        </p:nvSpPr>
        <p:spPr>
          <a:xfrm>
            <a:off x="1074821" y="2197768"/>
            <a:ext cx="26309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lain"/>
            </a:pPr>
            <a:r>
              <a:rPr lang="en-IN" sz="2000" dirty="0"/>
              <a:t> 1        1       0        0</a:t>
            </a:r>
          </a:p>
          <a:p>
            <a:r>
              <a:rPr lang="en-IN" sz="2000" dirty="0"/>
              <a:t> 3     3        3       0        0</a:t>
            </a:r>
          </a:p>
          <a:p>
            <a:pPr marL="457200" indent="-457200">
              <a:buAutoNum type="arabicPlain" startAt="4"/>
            </a:pPr>
            <a:r>
              <a:rPr lang="en-IN" sz="2000" dirty="0"/>
              <a:t>4        4       0        0</a:t>
            </a:r>
          </a:p>
          <a:p>
            <a:pPr marL="457200" indent="-457200">
              <a:buAutoNum type="arabicPlain" startAt="4"/>
            </a:pPr>
            <a:r>
              <a:rPr lang="en-IN" sz="2000" dirty="0"/>
              <a:t>5        5       0        0</a:t>
            </a:r>
          </a:p>
          <a:p>
            <a:r>
              <a:rPr lang="en-IN" sz="2000" dirty="0"/>
              <a:t>0      2        0       4        4</a:t>
            </a:r>
          </a:p>
          <a:p>
            <a:r>
              <a:rPr lang="en-IN" sz="2000" dirty="0"/>
              <a:t>0      0        0       5         5</a:t>
            </a:r>
          </a:p>
          <a:p>
            <a:r>
              <a:rPr lang="en-IN" sz="2000" dirty="0"/>
              <a:t>0      1        0       2        2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FF21D0-EF99-6270-668A-B42025ED34B3}"/>
                  </a:ext>
                </a:extLst>
              </p14:cNvPr>
              <p14:cNvContentPartPr/>
              <p14:nvPr/>
            </p14:nvContentPartPr>
            <p14:xfrm>
              <a:off x="1234851" y="1747408"/>
              <a:ext cx="2439360" cy="162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FF21D0-EF99-6270-668A-B42025ED34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2211" y="1684768"/>
                <a:ext cx="2565000" cy="28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D85B8035-132A-A399-DD17-2E8940780BC8}"/>
              </a:ext>
            </a:extLst>
          </p:cNvPr>
          <p:cNvGrpSpPr/>
          <p:nvPr/>
        </p:nvGrpSpPr>
        <p:grpSpPr>
          <a:xfrm>
            <a:off x="1171131" y="4548568"/>
            <a:ext cx="2551320" cy="552960"/>
            <a:chOff x="1171131" y="4548568"/>
            <a:chExt cx="2551320" cy="55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4256E5-9A36-EEBC-CCC7-750AF0123C04}"/>
                    </a:ext>
                  </a:extLst>
                </p14:cNvPr>
                <p14:cNvContentPartPr/>
                <p14:nvPr/>
              </p14:nvContentPartPr>
              <p14:xfrm>
                <a:off x="1171131" y="4548568"/>
                <a:ext cx="2316240" cy="424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4256E5-9A36-EEBC-CCC7-750AF0123C0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8491" y="4485568"/>
                  <a:ext cx="244188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A835D49-5E69-201F-062E-885C8EFF7506}"/>
                    </a:ext>
                  </a:extLst>
                </p14:cNvPr>
                <p14:cNvContentPartPr/>
                <p14:nvPr/>
              </p14:nvContentPartPr>
              <p14:xfrm>
                <a:off x="2967531" y="5088928"/>
                <a:ext cx="357480" cy="1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A835D49-5E69-201F-062E-885C8EFF750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04531" y="5026288"/>
                  <a:ext cx="483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FC0C32-AD2E-4221-A09D-F55F09C752FC}"/>
                    </a:ext>
                  </a:extLst>
                </p14:cNvPr>
                <p14:cNvContentPartPr/>
                <p14:nvPr/>
              </p14:nvContentPartPr>
              <p14:xfrm>
                <a:off x="2983371" y="5037088"/>
                <a:ext cx="73908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FC0C32-AD2E-4221-A09D-F55F09C752F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20731" y="4974088"/>
                  <a:ext cx="864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62BCF06-E046-C00F-7D04-DD8B2B45E69F}"/>
                    </a:ext>
                  </a:extLst>
                </p14:cNvPr>
                <p14:cNvContentPartPr/>
                <p14:nvPr/>
              </p14:nvContentPartPr>
              <p14:xfrm>
                <a:off x="2694291" y="4972648"/>
                <a:ext cx="947160" cy="82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62BCF06-E046-C00F-7D04-DD8B2B45E69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31651" y="4909648"/>
                  <a:ext cx="1072800" cy="20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08906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5EAB-7DF1-D637-50A9-D60609821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02B5-A19C-2A81-2783-CF9AB6E67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similar user take a rating by user1 as a row matrix and the V matrix and dot product them to get a row matrix.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the highest value from the matrix and deciding the user 1 similarities with other users by using the same method.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661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4038-71CF-3FF1-1883-B3B47D12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EEA34-E625-8F2C-3624-542890341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https://colab.research.google.com/drive/1SP1r-J5vJ1-d6cd6AMV1bW_HJRMjh99T#scrollTo=94JZicEAWPVP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899E5-7C4D-99F1-00B1-F9FD48573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623" y="1027906"/>
            <a:ext cx="5632950" cy="378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8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478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sohne</vt:lpstr>
      <vt:lpstr>Times New Roman</vt:lpstr>
      <vt:lpstr>Office Theme</vt:lpstr>
      <vt:lpstr> Recommender System using Collaborative Filtering </vt:lpstr>
      <vt:lpstr>Introduction</vt:lpstr>
      <vt:lpstr>PowerPoint Presentation</vt:lpstr>
      <vt:lpstr>Collaborative filtering</vt:lpstr>
      <vt:lpstr>Methodology</vt:lpstr>
      <vt:lpstr>Mathematical part</vt:lpstr>
      <vt:lpstr>Centred Cosine Similarity</vt:lpstr>
      <vt:lpstr>Rating Predictions</vt:lpstr>
      <vt:lpstr>PowerPoint Presentation</vt:lpstr>
      <vt:lpstr>PowerPoint Presentation</vt:lpstr>
      <vt:lpstr>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Recommender System using Collaborative Filtering </dc:title>
  <dc:creator>Shreya Arun</dc:creator>
  <cp:lastModifiedBy>Shreya Arun</cp:lastModifiedBy>
  <cp:revision>2</cp:revision>
  <dcterms:created xsi:type="dcterms:W3CDTF">2024-05-12T15:17:38Z</dcterms:created>
  <dcterms:modified xsi:type="dcterms:W3CDTF">2024-06-01T08:54:53Z</dcterms:modified>
</cp:coreProperties>
</file>